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B11E-3DB8-A5BB-1EEC-BF0F47E7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0C210-7A9D-C829-63C4-5D1C93CE2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1A67-4F66-C34C-91A1-B145635E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AA4D-927D-F62F-8147-3D38A0C3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9EA2-C577-DFC1-755C-023D8148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4933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CE8-C69F-7557-7BA6-8E7E1245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2ACDB-CB0E-6AEE-77BE-D53E300E3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992B4-DEE7-3733-6BAF-3E813925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E2BCF-B7EB-7207-C0CE-AF44E9E1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DE595-6441-E44B-08B6-B8EF644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2126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CCE5-BE80-9B66-8FF2-6CDFD1144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12D10-4A4B-2D65-4A2B-C3BD13398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9DD3A-7C27-433B-8B27-88D535F7C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5EEC-B043-50B4-1BAD-F415A23D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F5ECA-9EF2-7421-EF6C-3D929016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4976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0055-F27D-DF5F-E71B-15D51F44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FA2A-75B7-D976-9426-D34F6AAFF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5F9EB-A1A9-C17C-E66D-7439530B1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29CE5-F062-6DC4-1EFF-2314FB98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5BCBA-1CDA-D0A7-8334-B21769F7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88C8B-4785-2214-37B6-225DF76D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526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E496-04F1-9E60-511A-CDCA0418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E83A4-9217-D1B6-5E88-13F1D60A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D7A99-7086-9A6D-9140-56F895F02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D4245-DFE3-DEBF-6088-B10A0D768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F62A1-9F24-B087-E031-26400D414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DFE67-ECD4-69DA-4ACE-2512C89E8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209FC-9633-771B-232B-AF6CEC3E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08C02-AD4B-8F5D-C5E6-26B378CA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5495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B1D7-39AB-90CC-EAA5-0924F8F6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3F063-6E5E-F365-6469-BC577DB6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7FFDD-7084-1F20-FA28-E65B1C5F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2DD8A-1CF1-B091-ACD0-09F2EBEB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2727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F2A88-F103-05EF-6737-AB8553150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7B171-7F22-6E32-39EF-E193D9E3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BD759-523A-7441-8697-410B910F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4784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57F0-B38C-FB31-6CE3-1330608A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8FA36-1B92-C1E0-29DD-D43E413C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32E1C-FA40-6077-974D-8C5285A7F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77134-0CFE-3761-A211-C8CCC20E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645EF-5DDF-967F-0E62-1FE0DF1C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F44F6-317E-F36E-0058-5A0F68655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8669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51BB-1DE8-63EB-7E76-24ACB6FEA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9893A-4935-3A30-649F-3ADA6DF3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DB869-9CC5-4815-590F-14330C55C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F6DFD-875D-F0A8-3F59-37FF0D48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36E8B-3F7E-7579-FBF5-4BF9A8BF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E7617-C989-E8C6-98F7-18544BD7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3559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01FB-EE34-0AF1-F5F5-63E39CDA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AA121-421E-E409-BA2D-BDC5F67DF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12A0-3BB6-BEC9-F589-6158F1D9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13FB7-49AA-F309-4E38-036E7DB4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8405D-FE72-90D7-C86D-BEFF48D1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286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92C8B-8972-D0B8-06D9-29FA700DB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3C7A0-0E25-17BC-1C6A-2AEE49CA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E5DC1-F66C-57C5-263E-FA27BCCF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14B5B-ED3E-FECF-946F-C2009F84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CAF9F-4ACE-AA06-7A24-1165F7E3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6983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70BC3-17C3-552C-9AA2-D7A6E34ED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C1425-F094-5E0C-8428-184EBA7E4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51327-960C-38B4-FDB4-CD03418A7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FC06B-FF28-7D40-A01D-2B2476A9AEA5}" type="datetimeFigureOut">
              <a:rPr lang="en-SE" smtClean="0"/>
              <a:t>2025-01-13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BDACE-3C95-E8D8-DFC0-279E61B4B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C5C4E-1D63-C4AD-D480-77E637E6D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42DC4-3528-2847-9E81-852C9FB67FF4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1270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447A-CAE5-FD82-BCA4-4FC3D4B11B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E" dirty="0"/>
              <a:t>Immunopeptidomics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D1FC5-804C-C789-A30F-1B6B4A37EE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E" dirty="0"/>
              <a:t>Project notes</a:t>
            </a:r>
          </a:p>
        </p:txBody>
      </p:sp>
    </p:spTree>
    <p:extLst>
      <p:ext uri="{BB962C8B-B14F-4D97-AF65-F5344CB8AC3E}">
        <p14:creationId xmlns:p14="http://schemas.microsoft.com/office/powerpoint/2010/main" val="258209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D4DE60-7237-8F57-92E4-03BA5BF824B0}"/>
              </a:ext>
            </a:extLst>
          </p:cNvPr>
          <p:cNvSpPr/>
          <p:nvPr/>
        </p:nvSpPr>
        <p:spPr>
          <a:xfrm>
            <a:off x="241737" y="115614"/>
            <a:ext cx="7693573" cy="66110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57AE0E-8008-C396-EEA7-D5D9C206F81B}"/>
              </a:ext>
            </a:extLst>
          </p:cNvPr>
          <p:cNvSpPr/>
          <p:nvPr/>
        </p:nvSpPr>
        <p:spPr>
          <a:xfrm>
            <a:off x="8467930" y="1980064"/>
            <a:ext cx="2990335" cy="29282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01F571-B030-75FE-98E4-52052F31C384}"/>
              </a:ext>
            </a:extLst>
          </p:cNvPr>
          <p:cNvSpPr/>
          <p:nvPr/>
        </p:nvSpPr>
        <p:spPr>
          <a:xfrm>
            <a:off x="537875" y="830316"/>
            <a:ext cx="2990335" cy="23332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51ABEF-A93F-4696-E372-BD5909E2E7E3}"/>
              </a:ext>
            </a:extLst>
          </p:cNvPr>
          <p:cNvSpPr/>
          <p:nvPr/>
        </p:nvSpPr>
        <p:spPr>
          <a:xfrm>
            <a:off x="490579" y="3409470"/>
            <a:ext cx="2990335" cy="30806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C3E36-6158-E51F-9BCC-1DE284671EA9}"/>
              </a:ext>
            </a:extLst>
          </p:cNvPr>
          <p:cNvSpPr txBox="1"/>
          <p:nvPr/>
        </p:nvSpPr>
        <p:spPr>
          <a:xfrm>
            <a:off x="1103585" y="966951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Proteins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153A0-5E09-BB75-BA2B-881982BE676D}"/>
              </a:ext>
            </a:extLst>
          </p:cNvPr>
          <p:cNvSpPr txBox="1"/>
          <p:nvPr/>
        </p:nvSpPr>
        <p:spPr>
          <a:xfrm>
            <a:off x="1035269" y="3484179"/>
            <a:ext cx="167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Peptidomic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9379D-0F1B-7E44-2D05-74BB09AB1798}"/>
              </a:ext>
            </a:extLst>
          </p:cNvPr>
          <p:cNvSpPr txBox="1"/>
          <p:nvPr/>
        </p:nvSpPr>
        <p:spPr>
          <a:xfrm>
            <a:off x="9038897" y="2112580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BoPep repo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53BDF-78CD-1CEA-488F-16E05DF43EF0}"/>
              </a:ext>
            </a:extLst>
          </p:cNvPr>
          <p:cNvSpPr txBox="1"/>
          <p:nvPr/>
        </p:nvSpPr>
        <p:spPr>
          <a:xfrm>
            <a:off x="2517226" y="215462"/>
            <a:ext cx="309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Immunopeptidomics repo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79F6355-FA22-D174-59E9-58E843183A1A}"/>
              </a:ext>
            </a:extLst>
          </p:cNvPr>
          <p:cNvSpPr/>
          <p:nvPr/>
        </p:nvSpPr>
        <p:spPr>
          <a:xfrm>
            <a:off x="4079861" y="3383195"/>
            <a:ext cx="2990335" cy="30911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F13D7-D3E4-DD16-0071-16BC297C80E4}"/>
              </a:ext>
            </a:extLst>
          </p:cNvPr>
          <p:cNvSpPr txBox="1"/>
          <p:nvPr/>
        </p:nvSpPr>
        <p:spPr>
          <a:xfrm>
            <a:off x="4745421" y="3641835"/>
            <a:ext cx="167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Post docking analysis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5638A3-AF26-09EC-2352-2B0EBDD46106}"/>
              </a:ext>
            </a:extLst>
          </p:cNvPr>
          <p:cNvSpPr/>
          <p:nvPr/>
        </p:nvSpPr>
        <p:spPr>
          <a:xfrm>
            <a:off x="4064095" y="865969"/>
            <a:ext cx="2990335" cy="23081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34FF51-009C-1EE4-8DA9-7DB7EE8B4CB2}"/>
              </a:ext>
            </a:extLst>
          </p:cNvPr>
          <p:cNvSpPr txBox="1"/>
          <p:nvPr/>
        </p:nvSpPr>
        <p:spPr>
          <a:xfrm>
            <a:off x="4698124" y="1040525"/>
            <a:ext cx="17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>
                <a:solidFill>
                  <a:schemeClr val="bg1"/>
                </a:solidFill>
              </a:rPr>
              <a:t>Preprocessing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82B63-6847-0195-98FA-048DDF93820D}"/>
              </a:ext>
            </a:extLst>
          </p:cNvPr>
          <p:cNvSpPr txBox="1"/>
          <p:nvPr/>
        </p:nvSpPr>
        <p:spPr>
          <a:xfrm>
            <a:off x="1108841" y="1634358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bg1"/>
                </a:solidFill>
              </a:rPr>
              <a:t>Curated .pdbs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965BA5-67DE-546A-EA14-A46C711E5660}"/>
              </a:ext>
            </a:extLst>
          </p:cNvPr>
          <p:cNvSpPr txBox="1"/>
          <p:nvPr/>
        </p:nvSpPr>
        <p:spPr>
          <a:xfrm>
            <a:off x="1093074" y="4487915"/>
            <a:ext cx="1671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bg1"/>
                </a:solidFill>
              </a:rPr>
              <a:t>Curated and merged into .csv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E24577-D3F9-44EB-2F09-678DA8650429}"/>
              </a:ext>
            </a:extLst>
          </p:cNvPr>
          <p:cNvSpPr txBox="1"/>
          <p:nvPr/>
        </p:nvSpPr>
        <p:spPr>
          <a:xfrm>
            <a:off x="4713888" y="1749970"/>
            <a:ext cx="1671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bg1"/>
                </a:solidFill>
              </a:rPr>
              <a:t>Normalization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677B8B-3EE7-6320-70C7-F0055FEECDE5}"/>
              </a:ext>
            </a:extLst>
          </p:cNvPr>
          <p:cNvSpPr txBox="1"/>
          <p:nvPr/>
        </p:nvSpPr>
        <p:spPr>
          <a:xfrm>
            <a:off x="4782205" y="4687612"/>
            <a:ext cx="167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bg1"/>
                </a:solidFill>
              </a:rPr>
              <a:t>Network analysis etc.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1EFA7D-1E1C-2684-E789-15522C4F499D}"/>
              </a:ext>
            </a:extLst>
          </p:cNvPr>
          <p:cNvSpPr txBox="1"/>
          <p:nvPr/>
        </p:nvSpPr>
        <p:spPr>
          <a:xfrm>
            <a:off x="8844454" y="2969170"/>
            <a:ext cx="2243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dirty="0">
                <a:solidFill>
                  <a:schemeClr val="bg1"/>
                </a:solidFill>
              </a:rPr>
              <a:t>Repo for docking</a:t>
            </a:r>
          </a:p>
          <a:p>
            <a:pPr algn="ctr"/>
            <a:endParaRPr lang="en-SE" dirty="0">
              <a:solidFill>
                <a:schemeClr val="bg1"/>
              </a:solidFill>
            </a:endParaRPr>
          </a:p>
          <a:p>
            <a:pPr algn="ctr"/>
            <a:r>
              <a:rPr lang="en-SE" dirty="0">
                <a:solidFill>
                  <a:schemeClr val="bg1"/>
                </a:solidFill>
              </a:rPr>
              <a:t>GitHub/EriKHartman/BoPep</a:t>
            </a:r>
          </a:p>
        </p:txBody>
      </p:sp>
    </p:spTree>
    <p:extLst>
      <p:ext uri="{BB962C8B-B14F-4D97-AF65-F5344CB8AC3E}">
        <p14:creationId xmlns:p14="http://schemas.microsoft.com/office/powerpoint/2010/main" val="1798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Immunopeptidomics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Hartman</dc:creator>
  <cp:lastModifiedBy>Erik Hartman</cp:lastModifiedBy>
  <cp:revision>5</cp:revision>
  <dcterms:created xsi:type="dcterms:W3CDTF">2025-01-13T13:59:05Z</dcterms:created>
  <dcterms:modified xsi:type="dcterms:W3CDTF">2025-01-13T14:04:31Z</dcterms:modified>
</cp:coreProperties>
</file>